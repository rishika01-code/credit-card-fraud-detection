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Syne"/>
      <p:regular r:id="rId201318"/>
    </p:embeddedFont>
    <p:embeddedFont>
      <p:font typeface="Syne Medium"/>
      <p:regular r:id="rId201319"/>
    </p:embeddedFont>
    <p:embeddedFont>
      <p:font typeface="Syne SemiBold"/>
      <p:regular r:id="rId201320"/>
    </p:embeddedFont>
    <p:embeddedFont>
      <p:font typeface="Syne Bold"/>
      <p:regular r:id="rId201321"/>
    </p:embeddedFont>
    <p:embeddedFont>
      <p:font typeface="Syne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3976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Credit Card Fraud Detection using Machine Learning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4298950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Internship Presentation  |  Presented by: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Rishika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99245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&amp; Objective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3208139"/>
            <a:ext cx="3490825" cy="1750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2967" y="3574554"/>
            <a:ext cx="308106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Growing Digital Payments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02967" y="3935512"/>
            <a:ext cx="3081062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More people are shopping and paying online every day — creating more opportunities for fraud.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0435" y="2938859"/>
            <a:ext cx="3490825" cy="20197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55317" y="3305274"/>
            <a:ext cx="308106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Threat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555317" y="3666232"/>
            <a:ext cx="3081062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Fraudsters steal money by misusing credit card details, causing billions in losses globally.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2784" y="2669580"/>
            <a:ext cx="3490825" cy="22890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07666" y="3035995"/>
            <a:ext cx="308106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Goal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207666" y="3396952"/>
            <a:ext cx="3081062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machine learning to automatically spot fake transactions before any damage is done.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650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&amp; Preprocessing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05521"/>
            <a:ext cx="5492910" cy="35326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83902" y="2075160"/>
            <a:ext cx="1533685" cy="303113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5" name="Text 2"/>
          <p:cNvSpPr/>
          <p:nvPr/>
        </p:nvSpPr>
        <p:spPr>
          <a:xfrm>
            <a:off x="6803557" y="2134989"/>
            <a:ext cx="190396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OVERVIEW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83902" y="2458045"/>
            <a:ext cx="48159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284,807 Real Transactions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83902" y="2950766"/>
            <a:ext cx="48159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large dataset of real credit card transactions was used as the foundation for training our models.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83902" y="3768626"/>
            <a:ext cx="4815958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Challenge: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Very few transactions are fraud — the data is heavily unbalanced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Cleaning: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Removed unwanted noise and irrelevant data points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Fix: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Used random undersampling to make fraud and normal cases equal in number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378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Machine Learning Models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1276747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Three models were trained and tested to find the best approach for detecting fraud.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8086" y="1612404"/>
            <a:ext cx="3523765" cy="1566069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</p:sp>
      <p:sp>
        <p:nvSpPr>
          <p:cNvPr id="5" name="Shape 3"/>
          <p:cNvSpPr/>
          <p:nvPr/>
        </p:nvSpPr>
        <p:spPr>
          <a:xfrm>
            <a:off x="847605" y="1761927"/>
            <a:ext cx="448755" cy="448766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030" y="1885255"/>
            <a:ext cx="201905" cy="2019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605" y="2322810"/>
            <a:ext cx="32247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7605" y="2610048"/>
            <a:ext cx="322472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simple yet powerful model that classifies transactions as fraud or legitimate.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3965" y="1612404"/>
            <a:ext cx="3523765" cy="1566069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</p:sp>
      <p:sp>
        <p:nvSpPr>
          <p:cNvPr id="10" name="Shape 7"/>
          <p:cNvSpPr/>
          <p:nvPr/>
        </p:nvSpPr>
        <p:spPr>
          <a:xfrm>
            <a:off x="4483484" y="1761927"/>
            <a:ext cx="448755" cy="448766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909" y="1885255"/>
            <a:ext cx="201905" cy="2019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3484" y="2322810"/>
            <a:ext cx="32247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3484" y="2610048"/>
            <a:ext cx="322472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Combines many decision trees to improve prediction accuracy and reduce errors.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69844" y="1612404"/>
            <a:ext cx="3523765" cy="1566069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119363" y="1761927"/>
            <a:ext cx="448755" cy="448766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788" y="1885255"/>
            <a:ext cx="201905" cy="2019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363" y="2322810"/>
            <a:ext cx="32247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19363" y="2610048"/>
            <a:ext cx="322472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Builds models step by step, each one correcting the mistakes of the previous.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7202" y="3304679"/>
            <a:ext cx="7837291" cy="29409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9624" y="5431358"/>
            <a:ext cx="1182080" cy="42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Check Accuracy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019878" y="5431358"/>
            <a:ext cx="1182081" cy="42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Make Predictions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538229" y="5538386"/>
            <a:ext cx="1182081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056580" y="5538386"/>
            <a:ext cx="1182081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Clean Data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2542545" y="5431358"/>
            <a:ext cx="1182081" cy="42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Collect Data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6663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Results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755973"/>
            <a:ext cx="577617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54052"/>
            <a:ext cx="4908229" cy="27082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33371" y="1796455"/>
            <a:ext cx="1826770" cy="288032"/>
          </a:xfrm>
          <a:prstGeom prst="roundRect">
            <a:avLst>
              <a:gd name="adj" fmla="val 7895"/>
            </a:avLst>
          </a:prstGeom>
          <a:solidFill>
            <a:srgbClr val="0F004D"/>
          </a:solidFill>
          <a:ln/>
        </p:spPr>
      </p:sp>
      <p:sp>
        <p:nvSpPr>
          <p:cNvPr id="6" name="Text 3"/>
          <p:cNvSpPr/>
          <p:nvPr/>
        </p:nvSpPr>
        <p:spPr>
          <a:xfrm>
            <a:off x="6447073" y="1853307"/>
            <a:ext cx="2208951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 COMPARISON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33371" y="2156420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Best Performing Model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33371" y="2615009"/>
            <a:ext cx="516658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Logistic Regression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achieved the highest accuracy at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93.40%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making it the best model overall for this dataset.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33371" y="3368179"/>
            <a:ext cx="5166588" cy="101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Logistic Regression: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93.40% accuracy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Random Forest: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91.88% accuracy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Gradient Boosting: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91.37% accuracy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33371" y="4583410"/>
            <a:ext cx="5166588" cy="1305421"/>
          </a:xfrm>
          <a:prstGeom prst="roundRect">
            <a:avLst>
              <a:gd name="adj" fmla="val 2178"/>
            </a:avLst>
          </a:prstGeom>
          <a:solidFill>
            <a:srgbClr val="1900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874" y="4863902"/>
            <a:ext cx="236829" cy="189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207" y="4792762"/>
            <a:ext cx="4361249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three models performed above 91%, showing that machine learning is highly effective for fraud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9072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 &amp; Future Work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76549"/>
            <a:ext cx="997322" cy="11968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832" y="2275979"/>
            <a:ext cx="95987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94832" y="2688927"/>
            <a:ext cx="95987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model that correctly identifies fraudulent transactions with over 93% accuracy.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3273425"/>
            <a:ext cx="997322" cy="11968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4832" y="3472855"/>
            <a:ext cx="95987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Learned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894832" y="3885803"/>
            <a:ext cx="95987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How to clean data, fix class imbalance, and evaluate multiple ML models effectively.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470301"/>
            <a:ext cx="997322" cy="11968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4832" y="4669730"/>
            <a:ext cx="95987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894832" y="5082679"/>
            <a:ext cx="95987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 web app using Flask or Streamlit, explore deep learning, and detect fraud in real time.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13561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                    THANK YOU..!</a:t>
            </a:r>
            <a:endParaRPr lang="en-US" sz="3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2026-07-16T12:31:59Z</dcterms:created>
  <dcterms:modified xsi:type="dcterms:W3CDTF">2026-07-16T12:31:59Z</dcterms:modified>
</cp:coreProperties>
</file>